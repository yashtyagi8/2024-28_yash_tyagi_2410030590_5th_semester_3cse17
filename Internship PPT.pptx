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20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image" Target="../media/certificate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4" name="Shape 2"/>
          <p:cNvSpPr/>
          <p:nvPr/>
        </p:nvSpPr>
        <p:spPr>
          <a:xfrm>
            <a:off x="1554480" y="73152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0312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7" name="Shape 5"/>
          <p:cNvSpPr/>
          <p:nvPr/>
        </p:nvSpPr>
        <p:spPr>
          <a:xfrm>
            <a:off x="2834640" y="182880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512064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9" name="Shape 7"/>
          <p:cNvSpPr/>
          <p:nvPr/>
        </p:nvSpPr>
        <p:spPr>
          <a:xfrm>
            <a:off x="1463040" y="557784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10" name="Shape 8"/>
          <p:cNvSpPr/>
          <p:nvPr/>
        </p:nvSpPr>
        <p:spPr>
          <a:xfrm>
            <a:off x="2103120" y="493776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548640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" y="411480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8880" y="4389120"/>
            <a:ext cx="54864" cy="54864"/>
          </a:xfrm>
          <a:prstGeom prst="ellipse">
            <a:avLst/>
          </a:prstGeom>
          <a:solidFill>
            <a:srgbClr val="3A4A9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14600"/>
            <a:ext cx="3017520" cy="1290787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15" name="Image 0" descr="/home/claude/pptx_work/iilm_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770632"/>
            <a:ext cx="2505456" cy="778723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365760" y="4079707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600200" y="4463755"/>
            <a:ext cx="914400" cy="0"/>
          </a:xfrm>
          <a:prstGeom prst="line">
            <a:avLst/>
          </a:prstGeom>
          <a:noFill/>
          <a:ln w="15875">
            <a:solidFill>
              <a:srgbClr val="FF8A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" y="4610059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617720" y="640080"/>
            <a:ext cx="6933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 •  EDUSKILLS  •  NATIONAL INTERNSHIP PORTAL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4617720" y="1508760"/>
            <a:ext cx="6933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1920240"/>
            <a:ext cx="69338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Cloud Engineer</a:t>
            </a:r>
            <a:endParaRPr lang="en-US" sz="4200" dirty="0"/>
          </a:p>
          <a:p>
            <a:pPr algn="l" indent="0" marL="0">
              <a:lnSpc>
                <a:spcPct val="103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Internship</a:t>
            </a:r>
            <a:endParaRPr lang="en-US" sz="4200" dirty="0"/>
          </a:p>
        </p:txBody>
      </p:sp>
      <p:sp>
        <p:nvSpPr>
          <p:cNvPr id="22" name="Text 19"/>
          <p:cNvSpPr txBox="1"/>
          <p:nvPr/>
        </p:nvSpPr>
        <p:spPr>
          <a:xfrm>
            <a:off x="4617720" y="3611880"/>
            <a:ext cx="6933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virtual internship on cloud-enabled IoT engineering, with curriculum delivered through AWS Skill Builder under the AICTE–EduSkills National Internship Programme.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617720" y="4572000"/>
            <a:ext cx="6933895" cy="1691640"/>
          </a:xfrm>
          <a:prstGeom prst="roundRect">
            <a:avLst>
              <a:gd name="adj" fmla="val 5405"/>
            </a:avLst>
          </a:prstGeom>
          <a:solidFill>
            <a:srgbClr val="263876"/>
          </a:solidFill>
          <a:ln/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937760" y="4828032"/>
            <a:ext cx="2964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937760" y="5102352"/>
            <a:ext cx="296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Tyagi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084668" y="4828032"/>
            <a:ext cx="2964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84668" y="5102352"/>
            <a:ext cx="296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2410030590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4937760" y="5605272"/>
            <a:ext cx="29640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4937760" y="5879592"/>
            <a:ext cx="296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5th Semester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6446520"/>
            <a:ext cx="6933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–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Report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2996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Internship Programme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852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87121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Partners &amp; Platform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71246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Timeline &amp; Process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35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45537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Modules Covered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3766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3949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 &amp; AWS Services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179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202996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 Work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2670048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852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1792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39712" y="287121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3511296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6941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1792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839712" y="371246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Outcomes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17920" y="4352544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4535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1792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39712" y="455371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217920" y="5193792"/>
            <a:ext cx="5074920" cy="0"/>
          </a:xfrm>
          <a:prstGeom prst="line">
            <a:avLst/>
          </a:prstGeom>
          <a:noFill/>
          <a:ln w="12700">
            <a:solidFill>
              <a:srgbClr val="E1E5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41" name="Image 0" descr="/home/claude/pptx_work/iilm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OVERVIEW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 Cloud Engineer Virtual Internship is a National Internship Portal initiative run by AICTE in partnership with EduSkills, with technical curriculum delivered through AWS Skill Builder. The programme introduces students to cloud-enabled Internet of Things (IoT) engineering — connecting devices, moving their data into the cloud, and building secure, scalable services on top of it. It combines structured e-learning, hands-on labs, and a guided capstone project completed under faculty supervision.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designed to help engineering students bridge classroom concepts with the practical, industry-aligned skills expected of a cloud-facing IoT engineer.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98080" y="1691640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26680" y="17647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wks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281160" y="169164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2752344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26680" y="282549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2752344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Remote Mode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813048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26680" y="388620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813048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Capstone Project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4873752"/>
            <a:ext cx="4023360" cy="896112"/>
          </a:xfrm>
          <a:prstGeom prst="roundRect">
            <a:avLst>
              <a:gd name="adj" fmla="val 10204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494690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8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O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4873752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Performance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20" name="Image 0" descr="/home/claude/pptx_work/iilm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IT POSSIBLE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Partners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161" y="2387041"/>
            <a:ext cx="575158" cy="57515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703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Council for Technical Education administers the programme nationally through the National Internship Portal, and co-issues the final internship certificate.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2860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201" y="238704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EduSkills Foundation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703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coordinates enrollment, mentoring sessions, faculty guidance, and project evaluation across participating institutions.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4290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270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286000"/>
            <a:ext cx="777240" cy="7772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241" y="238704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1248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Skill Builder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412480" y="370332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Skill Builder supplies the technical curriculum — structured courses, hands-on labs, and assessments covering cloud and IoT concepts.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partners connect national policy, mentorship, and industry-grade cloud training into a single guided internship experience.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22" name="Image 3" descr="/home/claude/pptx_work/iilm_logo_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UNFOLDED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3429000"/>
            <a:ext cx="10088575" cy="0"/>
          </a:xfrm>
          <a:prstGeom prst="line">
            <a:avLst/>
          </a:prstGeom>
          <a:noFill/>
          <a:ln w="25400">
            <a:solidFill>
              <a:srgbClr val="3A4A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2104" y="3209544"/>
            <a:ext cx="438912" cy="438912"/>
          </a:xfrm>
          <a:prstGeom prst="ellipse">
            <a:avLst/>
          </a:prstGeom>
          <a:solidFill>
            <a:srgbClr val="FF8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2104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011680"/>
            <a:ext cx="1808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377440"/>
            <a:ext cx="18089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via the AICTE National Internship Portal and the EduSkills portal.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49819" y="3209544"/>
            <a:ext cx="438912" cy="438912"/>
          </a:xfrm>
          <a:prstGeom prst="ellipse">
            <a:avLst/>
          </a:prstGeom>
          <a:solidFill>
            <a:srgbClr val="FF8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49819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08958" y="3794760"/>
            <a:ext cx="2520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08958" y="4160520"/>
            <a:ext cx="25206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and enrolled on the AWS Skill Builder learning platform.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67534" y="3209544"/>
            <a:ext cx="438912" cy="438912"/>
          </a:xfrm>
          <a:prstGeom prst="ellipse">
            <a:avLst/>
          </a:prstGeom>
          <a:solidFill>
            <a:srgbClr val="FF8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7534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26673" y="2011680"/>
            <a:ext cx="2520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Modules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26673" y="2377440"/>
            <a:ext cx="25206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structured cloud &amp; IoT modules with online assessments.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85249" y="3209544"/>
            <a:ext cx="438912" cy="438912"/>
          </a:xfrm>
          <a:prstGeom prst="ellipse">
            <a:avLst/>
          </a:prstGeom>
          <a:solidFill>
            <a:srgbClr val="FF8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85249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44388" y="3794760"/>
            <a:ext cx="2520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Sessions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844388" y="4160520"/>
            <a:ext cx="25206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guided sessions with industry mentors and faculty.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02964" y="3209544"/>
            <a:ext cx="438912" cy="438912"/>
          </a:xfrm>
          <a:prstGeom prst="ellipse">
            <a:avLst/>
          </a:prstGeom>
          <a:solidFill>
            <a:srgbClr val="FF8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02964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62103" y="2011680"/>
            <a:ext cx="25206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62103" y="2377440"/>
            <a:ext cx="25206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submitted a guided IoT-cloud project.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920679" y="3209544"/>
            <a:ext cx="438912" cy="438912"/>
          </a:xfrm>
          <a:prstGeom prst="ellipse">
            <a:avLst/>
          </a:prstGeom>
          <a:solidFill>
            <a:srgbClr val="FF8A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20679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879818" y="3794760"/>
            <a:ext cx="18089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879818" y="4160520"/>
            <a:ext cx="18089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the AICTE–EduSkills Internship Certificate, Grade 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30" name="Image 0" descr="/home/claude/pptx_work/iilm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Covered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381" y="2085381"/>
            <a:ext cx="419527" cy="41952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Fundamentals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47288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589" y="2085381"/>
            <a:ext cx="419527" cy="41952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0168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IoT Systems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54496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83096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797" y="2085381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37376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 &amp; Device Management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061704" y="17830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90304" y="20116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4005" y="2085381"/>
            <a:ext cx="419527" cy="41952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44584" y="26974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Analytics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0080" y="3840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68680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81" y="4142781"/>
            <a:ext cx="419527" cy="419527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22960" y="4754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 &amp; Databases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447288" y="3840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3675888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589" y="4142781"/>
            <a:ext cx="419527" cy="419527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630168" y="4754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Cloud Security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254496" y="3840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483096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797" y="4142781"/>
            <a:ext cx="419527" cy="419527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437376" y="4754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Architecting IoT-Cloud Solutions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9061704" y="38404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9290304" y="4069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4005" y="4142781"/>
            <a:ext cx="419527" cy="419527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244584" y="47548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&amp; Evaluation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38" name="Image 8" descr="/home/claude/pptx_work/iilm_logo_m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40" name="Text 29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Technologies &amp; AWS Services Explored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94767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IoT Core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2350008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and managing simulated IoT devices securely.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0443" y="2037283"/>
            <a:ext cx="405994" cy="40599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02352" y="194767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5102352" y="2350008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Provisioning virtual compute instances for backend services.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483" y="203728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851392" y="194767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8851392" y="2350008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device data and static application assets.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4826203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53312" y="473659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1353312" y="5138928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serverless functions to process incoming data.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8912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0443" y="4826203"/>
            <a:ext cx="405994" cy="40599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102352" y="473659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5102352" y="5138928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device telemetry in a managed NoSQL store.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3816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483" y="4826203"/>
            <a:ext cx="405994" cy="40599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851392" y="4736592"/>
            <a:ext cx="280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&amp; CloudWatch</a:t>
            </a:r>
            <a:endParaRPr lang="en-US" sz="1450" dirty="0"/>
          </a:p>
        </p:txBody>
      </p:sp>
      <p:sp>
        <p:nvSpPr>
          <p:cNvPr id="28" name="Text 20"/>
          <p:cNvSpPr txBox="1"/>
          <p:nvPr/>
        </p:nvSpPr>
        <p:spPr>
          <a:xfrm>
            <a:off x="8851392" y="5138928"/>
            <a:ext cx="28072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access control and monitoring system health.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30" name="Image 6" descr="/home/claude/pptx_work/iilm_logo_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32" name="Text 23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LEARNING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Project Work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Alongside the course modules, the internship required a guided capstone project connecting a simulated IoT sensor pipeline to cloud services — completed under faculty supervision and reviewed during mentoring sessions with industry experts.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603504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474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SNAPSHOT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49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Cloud-Connected Environmental Monitoring System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297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sensor pipeline streams telemetry to AWS IoT Core, which routes data through a serverless function into a managed database, with a dashboard for monitoring and basic alerting.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86600" y="20574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4149" y="2104949"/>
            <a:ext cx="270662" cy="27066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89520" y="20391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IoT device data streams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67919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4149" y="2726741"/>
            <a:ext cx="270662" cy="27066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589520" y="266090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cloud ingestion &amp; routing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086600" y="330098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149" y="3348533"/>
            <a:ext cx="270662" cy="2706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589520" y="328269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serverless processing logic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86600" y="3922776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149" y="3970325"/>
            <a:ext cx="270662" cy="2706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39044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&amp; queried telemetry data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086600" y="454456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149" y="4592117"/>
            <a:ext cx="270662" cy="27066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589520" y="4526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access-control best practices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086600" y="51663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4149" y="5213909"/>
            <a:ext cx="270662" cy="27066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589520" y="51480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outcomes to mentors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30" name="Image 6" descr="/home/claude/pptx_work/iilm_logo_m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32" name="Text 23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174443"/>
            <a:ext cx="405994" cy="40599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60120" y="29992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88720" y="28803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cloud computing concepts &amp; AWS service fundamentals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" y="34564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8720" y="33375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and managing IoT devices in the cloud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60120" y="39136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88720" y="37947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data processing with AWS Lambda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60120" y="43708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88720" y="42519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&amp; NoSQL data storage on AWS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8280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188720" y="47091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networking, IAM, and security best practices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60120" y="52852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188720" y="51663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systems with CloudWatch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309360" y="178308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22" name="Shape 19"/>
          <p:cNvSpPr/>
          <p:nvPr/>
        </p:nvSpPr>
        <p:spPr>
          <a:xfrm>
            <a:off x="6629400" y="2103120"/>
            <a:ext cx="548640" cy="548640"/>
          </a:xfrm>
          <a:prstGeom prst="ellipse">
            <a:avLst/>
          </a:prstGeom>
          <a:solidFill>
            <a:srgbClr val="263876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723" y="2174443"/>
            <a:ext cx="405994" cy="40599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1520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Skills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629400" y="29992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858000" y="28803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learning and time management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629400" y="34564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6858000" y="33375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documentation &amp; technical guides independently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629400" y="39136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858000" y="37947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faculty and industry mentors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629400" y="43708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6858000" y="42519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technical work clearly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629400" y="48280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858000" y="47091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and documenting a project report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629400" y="5285232"/>
            <a:ext cx="82296" cy="82296"/>
          </a:xfrm>
          <a:prstGeom prst="ellipse">
            <a:avLst/>
          </a:prstGeom>
          <a:solidFill>
            <a:srgbClr val="FF8A00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6858000" y="516636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in unfamiliar tools and platforms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38" name="Image 2" descr="/home/claude/pptx_work/iilm_logo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40" name="Text 35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63876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148840"/>
            <a:ext cx="685800" cy="68580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354" y="2237994"/>
            <a:ext cx="507492" cy="5074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Completion Certificate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on completing all AWS Skill Builder modules &amp; assessments.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02152" y="18745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63876"/>
          </a:solidFill>
          <a:ln/>
        </p:spPr>
      </p:sp>
      <p:sp>
        <p:nvSpPr>
          <p:cNvPr id="10" name="Shape 7"/>
          <p:cNvSpPr/>
          <p:nvPr/>
        </p:nvSpPr>
        <p:spPr>
          <a:xfrm>
            <a:off x="4462272" y="2148840"/>
            <a:ext cx="685800" cy="68580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426" y="223799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85032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Badge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685032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shareable credential recognizing the completed coursework.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364224" y="18745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63876"/>
          </a:solidFill>
          <a:ln/>
        </p:spPr>
      </p:sp>
      <p:sp>
        <p:nvSpPr>
          <p:cNvPr id="15" name="Shape 11"/>
          <p:cNvSpPr/>
          <p:nvPr/>
        </p:nvSpPr>
        <p:spPr>
          <a:xfrm>
            <a:off x="7324344" y="2148840"/>
            <a:ext cx="685800" cy="68580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498" y="22379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47104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AICTE–EduSkills Internship Certificate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547104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internship certificate, jointly issued by AICTE and EduSkills.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226296" y="187452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263876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86416" y="2148840"/>
            <a:ext cx="685800" cy="68580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5570" y="22379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09176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Grade: O (Outstanding)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409176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for overall performance across coursework and project.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ID: 4e85bfe5c9b9ac091025   •   Student ID: STU6997df0952b451771560713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26" name="Image 4" descr="/home/claude/pptx_work/iilm_logo_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21440" y="-1463040"/>
            <a:ext cx="2926080" cy="2926080"/>
          </a:xfrm>
          <a:prstGeom prst="ellipse">
            <a:avLst/>
          </a:prstGeom>
          <a:solidFill>
            <a:srgbClr val="EAEEF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07706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08760" y="1984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IoT are inseparable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651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IoT systems depend on cloud services for storage, processing, and scale — the two can't be learned in isolation.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2011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207706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19842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designed in, not added later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651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and monitoring shaped every stage of the project, not just the final step.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8404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069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4134460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8760" y="4041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accelerates learning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68680" y="47091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Skill Builder's structured guides made unfamiliar services approachable within an 8-week window.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263640" y="384048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1E5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620" y="4134460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32320" y="40416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sharpens direction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7091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industry mentors and faculty was decisive in refining the capstone project.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26" name="Image 4" descr="/home/claude/pptx_work/iilm_logo_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325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 Foundation in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Cloud-Enabled IoT Engineering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 Cloud Engineer Virtual Internship gave a structured, practical introduction to how connected devices and cloud infrastructure work together — from device onboarding to data processing, storage, and security. Completing it under the AICTE–EduSkills programme, with curriculum from AWS Skill Builder, has built a solid base for further study and future roles in cloud and IoT engineering.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8" name="Image 0" descr="/home/claude/pptx_work/iilm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88920"/>
            <a:ext cx="3017520" cy="1290787"/>
          </a:xfrm>
          <a:prstGeom prst="roundRect">
            <a:avLst>
              <a:gd name="adj" fmla="val 5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4" name="Image 0" descr="/home/claude/pptx_work/iilm_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044952"/>
            <a:ext cx="2505456" cy="7787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65760" y="4354027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617720" y="2011680"/>
            <a:ext cx="6933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617720" y="2423160"/>
            <a:ext cx="6933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 Tyagi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3246120"/>
            <a:ext cx="6933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Cloud Engineer Virtual Internship — an 8-week programme completed at IILM University, Greater Noida.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17720" y="4434840"/>
            <a:ext cx="914400" cy="0"/>
          </a:xfrm>
          <a:prstGeom prst="line">
            <a:avLst/>
          </a:prstGeom>
          <a:noFill/>
          <a:ln w="15875">
            <a:solidFill>
              <a:srgbClr val="FF8A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4617720"/>
            <a:ext cx="6933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2410030590   •   B.Tech CSE, 5th Semester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50" kern="0" dirty="0">
                <a:solidFill>
                  <a:srgbClr val="FF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000" dirty="0"/>
          </a:p>
        </p:txBody>
      </p:sp>
      <p:sp>
        <p:nvSpPr>
          <p:cNvPr id="31" name="Text Caption"/>
          <p:cNvSpPr txBox="1"/>
          <p:nvPr/>
        </p:nvSpPr>
        <p:spPr>
          <a:xfrm>
            <a:off x="640080" y="1650000"/>
            <a:ext cx="91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Tyagi successfully completed the 8-week IoT Cloud Engineer Virtual Internship with an Outstanding (Grade O) performance.</a:t>
            </a:r>
            <a:endParaRPr lang="en-US" sz="1300" dirty="0"/>
          </a:p>
        </p:txBody>
      </p:sp>
      <p:sp>
        <p:nvSpPr>
          <p:cNvPr id="29" name="Shape Backdrop"/>
          <p:cNvSpPr/>
          <p:nvPr/>
        </p:nvSpPr>
        <p:spPr>
          <a:xfrm>
            <a:off x="4566765" y="2200000"/>
            <a:ext cx="3058470" cy="420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28000"/>
              </a:srgbClr>
            </a:outerShdw>
          </a:effectLst>
        </p:spPr>
      </p:sp>
      <p:pic>
        <p:nvPicPr>
          <p:cNvPr id="30" name="Certificate Image" descr="certifica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765" y="2350000"/>
            <a:ext cx="2758470" cy="39000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57200" y="6446520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1E5F0"/>
            </a:solidFill>
            <a:prstDash val="solid"/>
          </a:ln>
        </p:spPr>
      </p:sp>
      <p:pic>
        <p:nvPicPr>
          <p:cNvPr id="26" name="Image 4" descr="/home/claude/pptx_work/iilm_logo_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80" y="6484925"/>
            <a:ext cx="163161" cy="1975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4124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850" dirty="0"/>
          </a:p>
        </p:txBody>
      </p:sp>
      <p:sp>
        <p:nvSpPr>
          <p:cNvPr id="28" name="Text 21"/>
          <p:cNvSpPr txBox="1"/>
          <p:nvPr/>
        </p:nvSpPr>
        <p:spPr>
          <a:xfrm>
            <a:off x="8076895" y="6473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2026-08-30T12:34:26Z</dcterms:created>
  <dcterms:modified xsi:type="dcterms:W3CDTF">2026-08-30T12:34:26Z</dcterms:modified>
</cp:coreProperties>
</file>